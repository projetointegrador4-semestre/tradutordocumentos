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874000" cy="571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Bonjour, mon nom est John. Je travaille dans une entreprise internationale. Ce projet est très important pour notre équipe.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